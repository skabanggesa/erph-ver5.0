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7" r:id="rId2"/>
    <p:sldId id="256" r:id="rId3"/>
    <p:sldId id="258" r:id="rId4"/>
    <p:sldId id="257" r:id="rId5"/>
    <p:sldId id="286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 showGuides="1">
      <p:cViewPr varScale="1">
        <p:scale>
          <a:sx n="61" d="100"/>
          <a:sy n="61" d="100"/>
        </p:scale>
        <p:origin x="1020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670F4-1238-D692-CC7B-CEB39F8DC0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FD9411-3BA8-AA95-F3E6-7165BCC73B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19CCD-8EB1-7923-5AE0-D15E0C85A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E1689-1BA3-4495-95C1-9B2F456352E0}" type="datetimeFigureOut">
              <a:rPr lang="en-MY" smtClean="0"/>
              <a:t>18/12/2025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FA2A4-4DE0-4E53-AD09-B6339EC19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C5C8E-9E49-F64D-B383-FC0E4C8F1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C4846-8845-4D81-9E61-C4C604692A3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37199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A38BA-F3BF-37B5-0EFA-F19EB053E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F5212-943C-7AAA-3114-9167FFC10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E4B10-C915-D15A-5A57-8D2F6F566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E1689-1BA3-4495-95C1-9B2F456352E0}" type="datetimeFigureOut">
              <a:rPr lang="en-MY" smtClean="0"/>
              <a:t>18/12/2025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760E6-5B7E-B5D1-9208-0550F6917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B0D535-C6B6-52B2-2B49-C8F5B07E1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C4846-8845-4D81-9E61-C4C604692A3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40019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DC308-A18C-8CAF-E727-A1BC35652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D8BCAA-9DBC-5341-F8AA-72CBDDD34D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C3201A-6144-6657-AA85-60FCBD1EC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E1689-1BA3-4495-95C1-9B2F456352E0}" type="datetimeFigureOut">
              <a:rPr lang="en-MY" smtClean="0"/>
              <a:t>18/12/2025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86EAA-87CF-A2A6-C408-96BB7B5B9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DF201-48D4-ABD8-AB11-BC6868BED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C4846-8845-4D81-9E61-C4C604692A3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284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49951-FDE0-A334-F55E-5273B4CCE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8A08C-E397-2586-E62B-EE08D73ED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CE98BD-2475-72EC-0B8A-4FFF40AC6A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87320F-69AA-457D-C074-4638E27AB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E1689-1BA3-4495-95C1-9B2F456352E0}" type="datetimeFigureOut">
              <a:rPr lang="en-MY" smtClean="0"/>
              <a:t>18/12/2025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E6E2EF-70E6-5611-9582-C3E047908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B5F85-6559-A8AD-5ED0-59C2ADC8D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C4846-8845-4D81-9E61-C4C604692A3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59251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6FE55-B55D-900D-947D-180D9043B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3FB088-A456-4145-9203-039E7015D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78BE87-221D-1013-7948-0B687006BD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852E1F-C87E-137B-6F5F-10AE033478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D8E26D-CF54-2C65-EDFC-DBF1203CAD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6A4EBC-86CE-5ABD-E5DC-90904A32A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E1689-1BA3-4495-95C1-9B2F456352E0}" type="datetimeFigureOut">
              <a:rPr lang="en-MY" smtClean="0"/>
              <a:t>18/12/2025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BB6906-335D-220E-352F-F015AA8EC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19BCD-324E-9492-FED5-35A7E84AD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C4846-8845-4D81-9E61-C4C604692A3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81431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09D5E-3828-E1FA-43CB-45661C740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F638D5-E956-F00B-7F14-0536E0738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E1689-1BA3-4495-95C1-9B2F456352E0}" type="datetimeFigureOut">
              <a:rPr lang="en-MY" smtClean="0"/>
              <a:t>18/12/2025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07651D-21F4-55DC-FBFB-BA9AE16C6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6B8AC9-56B9-414F-BE09-4825AB45B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C4846-8845-4D81-9E61-C4C604692A3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42213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39D039-9F14-62E8-9B9D-028AA31C7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E1689-1BA3-4495-95C1-9B2F456352E0}" type="datetimeFigureOut">
              <a:rPr lang="en-MY" smtClean="0"/>
              <a:t>18/12/2025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C318A5-7D62-3727-7D23-DFD4D9D5D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D943BA-F08C-6EAE-574D-DC12EA53A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C4846-8845-4D81-9E61-C4C604692A3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84717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4998C-FA78-17A7-6503-92ACF76F1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D40EF-858B-9C1A-97E7-9D7056462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9A2037-53CF-58D9-0952-D9B77FE3E8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9467BA-29B5-51A6-D001-D596BBBE1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E1689-1BA3-4495-95C1-9B2F456352E0}" type="datetimeFigureOut">
              <a:rPr lang="en-MY" smtClean="0"/>
              <a:t>18/12/2025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E5C5A-3F2D-7405-AF0B-23356836A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3D36CC-FC1F-92BD-6C59-4CBD7ED9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C4846-8845-4D81-9E61-C4C604692A3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75645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20C09-969A-B68D-0136-0AD5D1181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24B32C-BC7E-4501-585E-964784205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A003D5-2EDD-50CD-CF73-63800B58FB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44083-C3BE-53A3-D821-222660AB2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E1689-1BA3-4495-95C1-9B2F456352E0}" type="datetimeFigureOut">
              <a:rPr lang="en-MY" smtClean="0"/>
              <a:t>18/12/2025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2938F0-F993-82BE-2038-407B1212F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D393C8-9D5B-9C0F-E577-C048873BB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C4846-8845-4D81-9E61-C4C604692A3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08885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0CE8B-CFAF-638A-D4D2-0F3737854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96BE4D-FC87-B813-8D36-18F01FF1CD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C8C22-9A31-6B57-5245-92256CDB4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E1689-1BA3-4495-95C1-9B2F456352E0}" type="datetimeFigureOut">
              <a:rPr lang="en-MY" smtClean="0"/>
              <a:t>18/12/2025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90274-2568-C70D-0320-AC6A55547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C96DC-42DD-191E-0B0C-7F5406E95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C4846-8845-4D81-9E61-C4C604692A3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101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CC85DB-F27D-650E-8BAF-FD24AD2FEF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A18A8E-C81D-AB9F-45AB-CDB44586FE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CD6B7B-18AB-E0B4-0633-2181CA1CF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E1689-1BA3-4495-95C1-9B2F456352E0}" type="datetimeFigureOut">
              <a:rPr lang="en-MY" smtClean="0"/>
              <a:t>18/12/2025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9A394-BDFA-91F0-4E44-BBA1DED1E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E5128-6A14-B321-5770-5E678E2B1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C4846-8845-4D81-9E61-C4C604692A3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74155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39BD77-6AC8-7BDD-70DC-476B44545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F84F4-B379-D93A-8AD7-E416C5A6D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E1E10-FC3F-C794-AE4A-32468DF61E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9E1689-1BA3-4495-95C1-9B2F456352E0}" type="datetimeFigureOut">
              <a:rPr lang="en-MY" smtClean="0"/>
              <a:t>18/12/2025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7B686-0096-50D1-F1F8-8A03830E71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84014-A70F-3087-CDA1-9CDF1101C7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5C4846-8845-4D81-9E61-C4C604692A3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20870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g-11123456@moe-dl.edu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CF81D9-201C-6AEB-3DC4-F11AF379ED01}"/>
              </a:ext>
            </a:extLst>
          </p:cNvPr>
          <p:cNvSpPr txBox="1"/>
          <p:nvPr/>
        </p:nvSpPr>
        <p:spPr>
          <a:xfrm>
            <a:off x="1" y="0"/>
            <a:ext cx="121919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MY" sz="2400" b="1" u="sng" dirty="0"/>
              <a:t>📢 Nota </a:t>
            </a:r>
            <a:r>
              <a:rPr lang="en-MY" sz="2400" b="1" u="sng" dirty="0" err="1"/>
              <a:t>Penting</a:t>
            </a:r>
            <a:r>
              <a:rPr lang="en-MY" sz="2400" b="1" u="sng" dirty="0"/>
              <a:t> </a:t>
            </a:r>
            <a:r>
              <a:rPr lang="en-MY" sz="2400" b="1" u="sng" dirty="0" err="1"/>
              <a:t>Penggunaan</a:t>
            </a:r>
            <a:r>
              <a:rPr lang="en-MY" sz="2400" b="1" u="sng" dirty="0"/>
              <a:t> </a:t>
            </a:r>
            <a:r>
              <a:rPr lang="en-MY" sz="2400" b="1" u="sng" dirty="0" err="1"/>
              <a:t>Sistem</a:t>
            </a:r>
            <a:r>
              <a:rPr lang="en-MY" sz="2400" b="1" u="sng" dirty="0"/>
              <a:t> e-RPH-Auto </a:t>
            </a:r>
            <a:r>
              <a:rPr lang="en-MY" sz="2400" b="1" u="sng" dirty="0" err="1"/>
              <a:t>Versi</a:t>
            </a:r>
            <a:r>
              <a:rPr lang="en-MY" sz="2400" b="1" u="sng" dirty="0"/>
              <a:t> 3.0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200987D-0561-2E59-323C-DFBAF761D72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" y="749963"/>
            <a:ext cx="12191999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dirty="0" err="1">
                <a:latin typeface="Arial" panose="020B0604020202020204" pitchFamily="34" charset="0"/>
              </a:rPr>
              <a:t>S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istem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hanya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merupakan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penjanaan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RPH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cadangan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sahaja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Memandangkan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DSKP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mempunyai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koleksi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yang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terlalu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besar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hanya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menggunakan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DSKP yang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ringkas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sahaja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Guru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masih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boleh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mengubah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dalamnya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mengikut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perancangan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guru masing-masing.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Guru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bertanggungjawab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sepenuhnya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untuk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menyemak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ketepatan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kandungan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RPH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sebelum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melakukan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penghantaran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akhir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Penjanaan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topik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secara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automatik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mengikut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bulan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adalah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bersifat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linear; guru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perlu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menyelaraskan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semula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topik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sekiranya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terdapat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cuti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sekolah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atau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perubahan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pada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takwim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akademik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memerlukan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sambungan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internet yang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stabil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untuk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memastikan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disimpan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dengan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sempurna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dalam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pangkalan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Firebase.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Adalah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digalakkan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untuk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membuat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salinan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(backup)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secara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berkala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bagi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mengelakkan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sebarang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kehilangan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akibat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gangguan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teknikal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Pastikan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maklumat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jadual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waktu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dikemaskini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dengan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tepat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kerana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merupakan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asas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utama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penjanaan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draf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RPH.</a:t>
            </a:r>
          </a:p>
        </p:txBody>
      </p:sp>
    </p:spTree>
    <p:extLst>
      <p:ext uri="{BB962C8B-B14F-4D97-AF65-F5344CB8AC3E}">
        <p14:creationId xmlns:p14="http://schemas.microsoft.com/office/powerpoint/2010/main" val="3676308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DE30F8-0DD1-5DF0-75AD-34A3ADC99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0524"/>
            <a:ext cx="12192000" cy="58174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C5F07E-932B-6E4A-705D-A51CC2628086}"/>
              </a:ext>
            </a:extLst>
          </p:cNvPr>
          <p:cNvSpPr txBox="1"/>
          <p:nvPr/>
        </p:nvSpPr>
        <p:spPr>
          <a:xfrm>
            <a:off x="3352280" y="394138"/>
            <a:ext cx="5672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TATACARA PENGISIAN SISTEM </a:t>
            </a:r>
            <a:r>
              <a:rPr lang="en-US" b="1" dirty="0" err="1"/>
              <a:t>eRPH</a:t>
            </a:r>
            <a:r>
              <a:rPr lang="en-US" b="1" dirty="0"/>
              <a:t> </a:t>
            </a:r>
            <a:r>
              <a:rPr lang="en-US" b="1" dirty="0" err="1"/>
              <a:t>Versi</a:t>
            </a:r>
            <a:r>
              <a:rPr lang="en-US" b="1" dirty="0"/>
              <a:t> 3.0 ( Login)</a:t>
            </a:r>
            <a:endParaRPr lang="en-MY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74EF75-EF3B-EC09-E985-D816955A47BB}"/>
              </a:ext>
            </a:extLst>
          </p:cNvPr>
          <p:cNvSpPr txBox="1"/>
          <p:nvPr/>
        </p:nvSpPr>
        <p:spPr>
          <a:xfrm>
            <a:off x="6188375" y="1508234"/>
            <a:ext cx="58230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Email : </a:t>
            </a:r>
            <a:r>
              <a:rPr lang="en-US" sz="1400" b="1" dirty="0" err="1"/>
              <a:t>gunakan</a:t>
            </a:r>
            <a:r>
              <a:rPr lang="en-US" sz="1400" b="1" dirty="0"/>
              <a:t> email </a:t>
            </a:r>
            <a:r>
              <a:rPr lang="en-US" sz="1400" b="1" dirty="0" err="1"/>
              <a:t>delima</a:t>
            </a:r>
            <a:r>
              <a:rPr lang="en-US" sz="1400" b="1" dirty="0"/>
              <a:t>. </a:t>
            </a:r>
            <a:r>
              <a:rPr lang="en-US" sz="1400" b="1" dirty="0" err="1"/>
              <a:t>Contohnya</a:t>
            </a:r>
            <a:r>
              <a:rPr lang="en-US" sz="1400" b="1" dirty="0"/>
              <a:t> : </a:t>
            </a:r>
            <a:r>
              <a:rPr lang="en-US" sz="1400" b="1" dirty="0">
                <a:hlinkClick r:id="rId3"/>
              </a:rPr>
              <a:t>g-11123456@moe-dl.edu</a:t>
            </a:r>
            <a:r>
              <a:rPr lang="en-US" sz="1400" b="1" dirty="0"/>
              <a:t>.</a:t>
            </a:r>
          </a:p>
          <a:p>
            <a:r>
              <a:rPr lang="en-MY" sz="1400" b="1" dirty="0"/>
              <a:t>Kata Laluan : </a:t>
            </a:r>
            <a:r>
              <a:rPr lang="en-MY" sz="1400" b="1" dirty="0" err="1"/>
              <a:t>gunakan</a:t>
            </a:r>
            <a:r>
              <a:rPr lang="en-MY" sz="1400" b="1" dirty="0"/>
              <a:t> 6 digit </a:t>
            </a:r>
            <a:r>
              <a:rPr lang="en-MY" sz="1400" b="1" dirty="0" err="1"/>
              <a:t>terakhir</a:t>
            </a:r>
            <a:r>
              <a:rPr lang="en-MY" sz="1400" b="1" dirty="0"/>
              <a:t> </a:t>
            </a:r>
            <a:r>
              <a:rPr lang="en-MY" sz="1400" b="1" dirty="0" err="1"/>
              <a:t>dalam</a:t>
            </a:r>
            <a:r>
              <a:rPr lang="en-MY" sz="1400" b="1" dirty="0"/>
              <a:t> email. </a:t>
            </a:r>
            <a:r>
              <a:rPr lang="en-MY" sz="1400" b="1" dirty="0" err="1"/>
              <a:t>Contohnya</a:t>
            </a:r>
            <a:r>
              <a:rPr lang="en-MY" sz="1400" b="1" dirty="0"/>
              <a:t> 123456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DDA1201-5072-CEA0-6261-7A4104E03F66}"/>
              </a:ext>
            </a:extLst>
          </p:cNvPr>
          <p:cNvCxnSpPr>
            <a:cxnSpLocks/>
          </p:cNvCxnSpPr>
          <p:nvPr/>
        </p:nvCxnSpPr>
        <p:spPr>
          <a:xfrm flipH="1">
            <a:off x="8923283" y="1769844"/>
            <a:ext cx="914400" cy="180892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A4FEE8E-2F9F-C8DA-47C0-8852274F19DB}"/>
              </a:ext>
            </a:extLst>
          </p:cNvPr>
          <p:cNvCxnSpPr>
            <a:cxnSpLocks/>
          </p:cNvCxnSpPr>
          <p:nvPr/>
        </p:nvCxnSpPr>
        <p:spPr>
          <a:xfrm flipH="1">
            <a:off x="9099909" y="2031454"/>
            <a:ext cx="2544613" cy="22252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6297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21DF08-3F0B-095B-EB6F-AF4B25C57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7304"/>
            <a:ext cx="12192000" cy="60906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A1B76E-A766-B7DB-E23B-C9B191122FC8}"/>
              </a:ext>
            </a:extLst>
          </p:cNvPr>
          <p:cNvSpPr txBox="1"/>
          <p:nvPr/>
        </p:nvSpPr>
        <p:spPr>
          <a:xfrm>
            <a:off x="2293181" y="394138"/>
            <a:ext cx="7790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TATACARA PENGISIAN SISTEM </a:t>
            </a:r>
            <a:r>
              <a:rPr lang="en-US" b="1" dirty="0" err="1"/>
              <a:t>eRPH</a:t>
            </a:r>
            <a:r>
              <a:rPr lang="en-US" b="1" dirty="0"/>
              <a:t> </a:t>
            </a:r>
            <a:r>
              <a:rPr lang="en-US" b="1" dirty="0" err="1"/>
              <a:t>Versi</a:t>
            </a:r>
            <a:r>
              <a:rPr lang="en-US" b="1" dirty="0"/>
              <a:t> 3.0 ( </a:t>
            </a:r>
            <a:r>
              <a:rPr lang="en-US" b="1" dirty="0" err="1"/>
              <a:t>Pengurusan</a:t>
            </a:r>
            <a:r>
              <a:rPr lang="en-US" b="1" dirty="0"/>
              <a:t> </a:t>
            </a:r>
            <a:r>
              <a:rPr lang="en-US" b="1" dirty="0" err="1"/>
              <a:t>Jadual</a:t>
            </a:r>
            <a:r>
              <a:rPr lang="en-US" b="1" dirty="0"/>
              <a:t> Waktu )</a:t>
            </a:r>
            <a:endParaRPr lang="en-MY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2DFCEE-5204-FFAB-2702-CEC76002A6B5}"/>
              </a:ext>
            </a:extLst>
          </p:cNvPr>
          <p:cNvSpPr txBox="1"/>
          <p:nvPr/>
        </p:nvSpPr>
        <p:spPr>
          <a:xfrm>
            <a:off x="6424858" y="2627586"/>
            <a:ext cx="46985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Tekan </a:t>
            </a:r>
            <a:r>
              <a:rPr lang="en-US" sz="1400" b="1" dirty="0" err="1"/>
              <a:t>butang</a:t>
            </a:r>
            <a:r>
              <a:rPr lang="en-US" sz="1400" b="1" dirty="0"/>
              <a:t> </a:t>
            </a:r>
            <a:r>
              <a:rPr lang="en-US" sz="1400" b="1" dirty="0" err="1"/>
              <a:t>ini</a:t>
            </a:r>
            <a:r>
              <a:rPr lang="en-US" sz="1400" b="1" dirty="0"/>
              <a:t> </a:t>
            </a:r>
            <a:r>
              <a:rPr lang="en-US" sz="1400" b="1" dirty="0" err="1"/>
              <a:t>untuk</a:t>
            </a:r>
            <a:r>
              <a:rPr lang="en-US" sz="1400" b="1" dirty="0"/>
              <a:t> </a:t>
            </a:r>
            <a:r>
              <a:rPr lang="en-US" sz="1400" b="1" dirty="0" err="1"/>
              <a:t>memasukkan</a:t>
            </a:r>
            <a:r>
              <a:rPr lang="en-US" sz="1400" b="1" dirty="0"/>
              <a:t> data </a:t>
            </a:r>
            <a:r>
              <a:rPr lang="en-US" sz="1400" b="1" dirty="0" err="1"/>
              <a:t>jadual</a:t>
            </a:r>
            <a:r>
              <a:rPr lang="en-US" sz="1400" b="1" dirty="0"/>
              <a:t> </a:t>
            </a:r>
            <a:r>
              <a:rPr lang="en-US" sz="1400" b="1" dirty="0" err="1"/>
              <a:t>waktu</a:t>
            </a:r>
            <a:r>
              <a:rPr lang="en-US" sz="1400" b="1" dirty="0"/>
              <a:t>.</a:t>
            </a:r>
            <a:endParaRPr lang="en-MY" sz="1400" b="1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775A035-8B47-F243-741F-A8E3B0B4B53F}"/>
              </a:ext>
            </a:extLst>
          </p:cNvPr>
          <p:cNvCxnSpPr>
            <a:cxnSpLocks/>
          </p:cNvCxnSpPr>
          <p:nvPr/>
        </p:nvCxnSpPr>
        <p:spPr>
          <a:xfrm flipH="1">
            <a:off x="3736428" y="2935363"/>
            <a:ext cx="5363481" cy="144745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56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CE0068-C2D3-4541-EECF-CEE0014A2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7007"/>
            <a:ext cx="12192000" cy="5580993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AFAB88F-0B0E-F009-8D68-7A2CC18A9D31}"/>
              </a:ext>
            </a:extLst>
          </p:cNvPr>
          <p:cNvCxnSpPr>
            <a:cxnSpLocks/>
          </p:cNvCxnSpPr>
          <p:nvPr/>
        </p:nvCxnSpPr>
        <p:spPr>
          <a:xfrm>
            <a:off x="10610193" y="1639614"/>
            <a:ext cx="488731" cy="6779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2E1DAF2-E11E-8B01-38D9-C8E11A82ABCF}"/>
              </a:ext>
            </a:extLst>
          </p:cNvPr>
          <p:cNvCxnSpPr>
            <a:cxnSpLocks/>
          </p:cNvCxnSpPr>
          <p:nvPr/>
        </p:nvCxnSpPr>
        <p:spPr>
          <a:xfrm flipH="1">
            <a:off x="1340069" y="2932386"/>
            <a:ext cx="1954924" cy="2522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5FCEFDE-4992-57C5-FFA9-67847DE8CED5}"/>
              </a:ext>
            </a:extLst>
          </p:cNvPr>
          <p:cNvCxnSpPr>
            <a:cxnSpLocks/>
          </p:cNvCxnSpPr>
          <p:nvPr/>
        </p:nvCxnSpPr>
        <p:spPr>
          <a:xfrm flipH="1">
            <a:off x="1623848" y="3673367"/>
            <a:ext cx="1292773" cy="31530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66AAEC1-8A43-D111-92F0-FC05ABA65608}"/>
              </a:ext>
            </a:extLst>
          </p:cNvPr>
          <p:cNvCxnSpPr>
            <a:cxnSpLocks/>
          </p:cNvCxnSpPr>
          <p:nvPr/>
        </p:nvCxnSpPr>
        <p:spPr>
          <a:xfrm flipH="1">
            <a:off x="1939159" y="4351283"/>
            <a:ext cx="977462" cy="4414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93F6423-5208-0376-2C7B-2F5040A9BD9F}"/>
              </a:ext>
            </a:extLst>
          </p:cNvPr>
          <p:cNvCxnSpPr>
            <a:cxnSpLocks/>
          </p:cNvCxnSpPr>
          <p:nvPr/>
        </p:nvCxnSpPr>
        <p:spPr>
          <a:xfrm flipH="1">
            <a:off x="1040524" y="5202621"/>
            <a:ext cx="1876097" cy="3783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CCFE9FF-7AFA-DF29-E1B4-CAF43C4243B8}"/>
              </a:ext>
            </a:extLst>
          </p:cNvPr>
          <p:cNvSpPr txBox="1"/>
          <p:nvPr/>
        </p:nvSpPr>
        <p:spPr>
          <a:xfrm>
            <a:off x="7244664" y="1277007"/>
            <a:ext cx="39626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Ubah dropdown </a:t>
            </a:r>
            <a:r>
              <a:rPr lang="en-US" sz="1400" b="1" dirty="0" err="1"/>
              <a:t>mengikut</a:t>
            </a:r>
            <a:r>
              <a:rPr lang="en-US" sz="1400" b="1" dirty="0"/>
              <a:t> </a:t>
            </a:r>
            <a:r>
              <a:rPr lang="en-US" sz="1400" b="1" dirty="0" err="1"/>
              <a:t>hari</a:t>
            </a:r>
            <a:r>
              <a:rPr lang="en-US" sz="1400" b="1" dirty="0"/>
              <a:t> yang </a:t>
            </a:r>
            <a:r>
              <a:rPr lang="en-US" sz="1400" b="1" dirty="0" err="1"/>
              <a:t>berkenaan</a:t>
            </a:r>
            <a:endParaRPr lang="en-MY" sz="14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40310B-6175-AB77-7C4D-F9666D7D3E25}"/>
              </a:ext>
            </a:extLst>
          </p:cNvPr>
          <p:cNvSpPr txBox="1"/>
          <p:nvPr/>
        </p:nvSpPr>
        <p:spPr>
          <a:xfrm>
            <a:off x="2427890" y="2569779"/>
            <a:ext cx="27672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Masukkan masa </a:t>
            </a:r>
            <a:r>
              <a:rPr lang="en-US" sz="1400" b="1" dirty="0" err="1"/>
              <a:t>mula</a:t>
            </a:r>
            <a:r>
              <a:rPr lang="en-US" sz="1400" b="1" dirty="0"/>
              <a:t> </a:t>
            </a:r>
            <a:r>
              <a:rPr lang="en-US" sz="1400" b="1" dirty="0" err="1"/>
              <a:t>mengajar</a:t>
            </a:r>
            <a:endParaRPr lang="en-MY" sz="14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A79DFC4-32F3-F110-3933-AA73C00ED7D4}"/>
              </a:ext>
            </a:extLst>
          </p:cNvPr>
          <p:cNvSpPr txBox="1"/>
          <p:nvPr/>
        </p:nvSpPr>
        <p:spPr>
          <a:xfrm>
            <a:off x="2564524" y="3314874"/>
            <a:ext cx="28364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Masukkan masa </a:t>
            </a:r>
            <a:r>
              <a:rPr lang="en-US" sz="1400" b="1" dirty="0" err="1"/>
              <a:t>tamat</a:t>
            </a:r>
            <a:r>
              <a:rPr lang="en-US" sz="1400" b="1" dirty="0"/>
              <a:t> </a:t>
            </a:r>
            <a:r>
              <a:rPr lang="en-US" sz="1400" b="1" dirty="0" err="1"/>
              <a:t>mengajar</a:t>
            </a:r>
            <a:endParaRPr lang="en-MY" sz="14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B5B039-1C36-88B7-9B63-095DC273D00A}"/>
              </a:ext>
            </a:extLst>
          </p:cNvPr>
          <p:cNvSpPr txBox="1"/>
          <p:nvPr/>
        </p:nvSpPr>
        <p:spPr>
          <a:xfrm>
            <a:off x="2564524" y="3985258"/>
            <a:ext cx="49155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Masukkan KOD </a:t>
            </a:r>
            <a:r>
              <a:rPr lang="en-US" sz="1400" b="1" dirty="0" err="1"/>
              <a:t>Matapelajaran</a:t>
            </a:r>
            <a:r>
              <a:rPr lang="en-US" sz="1400" b="1" dirty="0"/>
              <a:t> (HURUF BESAR SEMUANYA)</a:t>
            </a:r>
            <a:endParaRPr lang="en-MY" sz="14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EC0E852-F938-A503-B0EF-4EC834D966FB}"/>
              </a:ext>
            </a:extLst>
          </p:cNvPr>
          <p:cNvSpPr txBox="1"/>
          <p:nvPr/>
        </p:nvSpPr>
        <p:spPr>
          <a:xfrm>
            <a:off x="2564524" y="4894844"/>
            <a:ext cx="42367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Masukkan nama </a:t>
            </a:r>
            <a:r>
              <a:rPr lang="en-US" sz="1400" b="1" dirty="0" err="1"/>
              <a:t>kelas</a:t>
            </a:r>
            <a:r>
              <a:rPr lang="en-US" sz="1400" b="1" dirty="0"/>
              <a:t> (HURUF BESAR SEMUANYA)</a:t>
            </a:r>
            <a:endParaRPr lang="en-MY" sz="14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DB3235-5666-854B-6B3A-790212342768}"/>
              </a:ext>
            </a:extLst>
          </p:cNvPr>
          <p:cNvSpPr txBox="1"/>
          <p:nvPr/>
        </p:nvSpPr>
        <p:spPr>
          <a:xfrm>
            <a:off x="2293181" y="394138"/>
            <a:ext cx="7790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TATACARA PENGISIAN SISTEM </a:t>
            </a:r>
            <a:r>
              <a:rPr lang="en-US" b="1" dirty="0" err="1"/>
              <a:t>eRPH</a:t>
            </a:r>
            <a:r>
              <a:rPr lang="en-US" b="1" dirty="0"/>
              <a:t> </a:t>
            </a:r>
            <a:r>
              <a:rPr lang="en-US" b="1" dirty="0" err="1"/>
              <a:t>Versi</a:t>
            </a:r>
            <a:r>
              <a:rPr lang="en-US" b="1" dirty="0"/>
              <a:t> 3.0 ( </a:t>
            </a:r>
            <a:r>
              <a:rPr lang="en-US" b="1" dirty="0" err="1"/>
              <a:t>Pengurusan</a:t>
            </a:r>
            <a:r>
              <a:rPr lang="en-US" b="1" dirty="0"/>
              <a:t> </a:t>
            </a:r>
            <a:r>
              <a:rPr lang="en-US" b="1" dirty="0" err="1"/>
              <a:t>Jadual</a:t>
            </a:r>
            <a:r>
              <a:rPr lang="en-US" b="1" dirty="0"/>
              <a:t> Waktu )</a:t>
            </a:r>
            <a:endParaRPr lang="en-MY" b="1" dirty="0"/>
          </a:p>
        </p:txBody>
      </p:sp>
    </p:spTree>
    <p:extLst>
      <p:ext uri="{BB962C8B-B14F-4D97-AF65-F5344CB8AC3E}">
        <p14:creationId xmlns:p14="http://schemas.microsoft.com/office/powerpoint/2010/main" val="4293476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2A4E3C0-4322-F660-9881-6DEB0D3EF0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402160"/>
              </p:ext>
            </p:extLst>
          </p:nvPr>
        </p:nvGraphicFramePr>
        <p:xfrm>
          <a:off x="189185" y="1098331"/>
          <a:ext cx="5749160" cy="496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9597">
                  <a:extLst>
                    <a:ext uri="{9D8B030D-6E8A-4147-A177-3AD203B41FA5}">
                      <a16:colId xmlns:a16="http://schemas.microsoft.com/office/drawing/2014/main" val="186613631"/>
                    </a:ext>
                  </a:extLst>
                </a:gridCol>
                <a:gridCol w="3363176">
                  <a:extLst>
                    <a:ext uri="{9D8B030D-6E8A-4147-A177-3AD203B41FA5}">
                      <a16:colId xmlns:a16="http://schemas.microsoft.com/office/drawing/2014/main" val="2142626817"/>
                    </a:ext>
                  </a:extLst>
                </a:gridCol>
                <a:gridCol w="1916387">
                  <a:extLst>
                    <a:ext uri="{9D8B030D-6E8A-4147-A177-3AD203B41FA5}">
                      <a16:colId xmlns:a16="http://schemas.microsoft.com/office/drawing/2014/main" val="16809066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BIL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MATAPELAJARAN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KOD MATAPELAJARAN</a:t>
                      </a:r>
                      <a:endParaRPr lang="en-MY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7783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BAHASA MELAYU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BM</a:t>
                      </a:r>
                      <a:endParaRPr lang="en-MY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709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BAHASA INGGERIS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BI</a:t>
                      </a:r>
                      <a:endParaRPr lang="en-MY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4399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MATEMATIK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MT</a:t>
                      </a:r>
                      <a:endParaRPr lang="en-MY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787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SAINS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SN</a:t>
                      </a:r>
                      <a:endParaRPr lang="en-MY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6892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PENDIDIKAN AGAMA ISLAM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PAI</a:t>
                      </a:r>
                      <a:endParaRPr lang="en-MY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5373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BAHASA ARAB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BA</a:t>
                      </a:r>
                      <a:endParaRPr lang="en-MY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2411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SEJARAH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SJ</a:t>
                      </a:r>
                      <a:endParaRPr lang="en-MY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206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PENDIDIKAN SENI VISUAL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PSV</a:t>
                      </a:r>
                      <a:endParaRPr lang="en-MY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0887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PENDIDIKAN JASMANI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PJ</a:t>
                      </a:r>
                      <a:endParaRPr lang="en-MY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5443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PENDIDIKAN KESIHATAN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PK</a:t>
                      </a:r>
                      <a:endParaRPr lang="en-MY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4390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REKA BENTUK TEKNOLOGI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RBT</a:t>
                      </a:r>
                      <a:endParaRPr lang="en-MY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448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12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PRA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PRA</a:t>
                      </a:r>
                      <a:endParaRPr lang="en-MY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82433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56BE73A-147C-DA36-F63C-A94C5F8E7E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478638"/>
              </p:ext>
            </p:extLst>
          </p:nvPr>
        </p:nvGraphicFramePr>
        <p:xfrm>
          <a:off x="6253656" y="1098331"/>
          <a:ext cx="5749160" cy="496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9597">
                  <a:extLst>
                    <a:ext uri="{9D8B030D-6E8A-4147-A177-3AD203B41FA5}">
                      <a16:colId xmlns:a16="http://schemas.microsoft.com/office/drawing/2014/main" val="186613631"/>
                    </a:ext>
                  </a:extLst>
                </a:gridCol>
                <a:gridCol w="3363176">
                  <a:extLst>
                    <a:ext uri="{9D8B030D-6E8A-4147-A177-3AD203B41FA5}">
                      <a16:colId xmlns:a16="http://schemas.microsoft.com/office/drawing/2014/main" val="2142626817"/>
                    </a:ext>
                  </a:extLst>
                </a:gridCol>
                <a:gridCol w="1916387">
                  <a:extLst>
                    <a:ext uri="{9D8B030D-6E8A-4147-A177-3AD203B41FA5}">
                      <a16:colId xmlns:a16="http://schemas.microsoft.com/office/drawing/2014/main" val="16809066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BIL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MATAPELAJARAN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KOD MATAPELAJARAN</a:t>
                      </a:r>
                      <a:endParaRPr lang="en-MY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7783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BAHASA MELAYU KOMUNIKASI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BMK</a:t>
                      </a:r>
                      <a:endParaRPr lang="en-MY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709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BAHASA INGGERIS KOMUNIKASI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BIK</a:t>
                      </a:r>
                      <a:endParaRPr lang="en-MY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4399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MATEMATIK KHAS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MTK</a:t>
                      </a:r>
                      <a:endParaRPr lang="en-MY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787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PENGURUSAN DIRI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PD</a:t>
                      </a:r>
                      <a:endParaRPr lang="en-MY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6892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PENDIDIKAN AGAMA ISLAM KAS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PAIK</a:t>
                      </a:r>
                      <a:endParaRPr lang="en-MY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5373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KEMAHIRAN MANIPULATIF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KM</a:t>
                      </a:r>
                      <a:endParaRPr lang="en-MY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2411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KEMAHIRAN HIDUP ASAS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KHA</a:t>
                      </a:r>
                      <a:endParaRPr lang="en-MY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206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PENDIDIKAN SENI VISUAL KHAS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PSVK</a:t>
                      </a:r>
                      <a:endParaRPr lang="en-MY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0887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PENDIDIKAN SAINS DAN ALAM SEKITAR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PSAS</a:t>
                      </a:r>
                      <a:endParaRPr lang="en-MY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5443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PENDIDIKAN MUZIK KHAS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MZK</a:t>
                      </a:r>
                      <a:endParaRPr lang="en-MY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4390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PENDIDIKAN JASMANI KESIHATAN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PJK</a:t>
                      </a:r>
                      <a:endParaRPr lang="en-MY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448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12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TEKNOLOGI MAKLUMAT KOMUNIKASI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TMK</a:t>
                      </a:r>
                      <a:endParaRPr lang="en-MY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82433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E570288-A830-E83E-61FE-D1E40B297DFC}"/>
              </a:ext>
            </a:extLst>
          </p:cNvPr>
          <p:cNvSpPr txBox="1"/>
          <p:nvPr/>
        </p:nvSpPr>
        <p:spPr>
          <a:xfrm>
            <a:off x="189184" y="0"/>
            <a:ext cx="118136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TATACARA PENGISIAN SISTEM </a:t>
            </a:r>
            <a:r>
              <a:rPr lang="en-US" b="1" dirty="0" err="1"/>
              <a:t>eRPH</a:t>
            </a:r>
            <a:r>
              <a:rPr lang="en-US" b="1" dirty="0"/>
              <a:t> </a:t>
            </a:r>
            <a:r>
              <a:rPr lang="en-US" b="1" dirty="0" err="1"/>
              <a:t>Versi</a:t>
            </a:r>
            <a:r>
              <a:rPr lang="en-US" b="1" dirty="0"/>
              <a:t> 3.0 ( KOD MATAPELAJARAN )</a:t>
            </a:r>
          </a:p>
          <a:p>
            <a:pPr algn="ctr"/>
            <a:endParaRPr lang="en-US" b="1" dirty="0"/>
          </a:p>
          <a:p>
            <a:pPr algn="ctr"/>
            <a:r>
              <a:rPr lang="en-US" b="1" dirty="0"/>
              <a:t>ALIRAN PERDANA DAN PRA				ALIRAN PPKI		</a:t>
            </a:r>
            <a:endParaRPr lang="en-MY" b="1" dirty="0"/>
          </a:p>
        </p:txBody>
      </p:sp>
    </p:spTree>
    <p:extLst>
      <p:ext uri="{BB962C8B-B14F-4D97-AF65-F5344CB8AC3E}">
        <p14:creationId xmlns:p14="http://schemas.microsoft.com/office/powerpoint/2010/main" val="965246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AFB8BAD-10A7-0A05-68AF-0F0B7F00D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5783"/>
            <a:ext cx="12192000" cy="55919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6B38A6-4E4C-E1AC-8E23-95CEB45EA36C}"/>
              </a:ext>
            </a:extLst>
          </p:cNvPr>
          <p:cNvSpPr txBox="1"/>
          <p:nvPr/>
        </p:nvSpPr>
        <p:spPr>
          <a:xfrm>
            <a:off x="5202621" y="5958328"/>
            <a:ext cx="68133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/>
              <a:t>Setelah</a:t>
            </a:r>
            <a:r>
              <a:rPr lang="en-US" sz="1400" b="1" dirty="0"/>
              <a:t> </a:t>
            </a:r>
            <a:r>
              <a:rPr lang="en-US" sz="1400" b="1" dirty="0" err="1"/>
              <a:t>semua</a:t>
            </a:r>
            <a:r>
              <a:rPr lang="en-US" sz="1400" b="1" dirty="0"/>
              <a:t> data </a:t>
            </a:r>
            <a:r>
              <a:rPr lang="en-US" sz="1400" b="1" dirty="0" err="1"/>
              <a:t>jadual</a:t>
            </a:r>
            <a:r>
              <a:rPr lang="en-US" sz="1400" b="1" dirty="0"/>
              <a:t> </a:t>
            </a:r>
            <a:r>
              <a:rPr lang="en-US" sz="1400" b="1" dirty="0" err="1"/>
              <a:t>waktu</a:t>
            </a:r>
            <a:r>
              <a:rPr lang="en-US" sz="1400" b="1" dirty="0"/>
              <a:t> </a:t>
            </a:r>
            <a:r>
              <a:rPr lang="en-US" sz="1400" b="1" dirty="0" err="1"/>
              <a:t>telah</a:t>
            </a:r>
            <a:r>
              <a:rPr lang="en-US" sz="1400" b="1" dirty="0"/>
              <a:t> </a:t>
            </a:r>
            <a:r>
              <a:rPr lang="en-US" sz="1400" b="1" dirty="0" err="1"/>
              <a:t>dimasukkan</a:t>
            </a:r>
            <a:r>
              <a:rPr lang="en-US" sz="1400" b="1" dirty="0"/>
              <a:t>, </a:t>
            </a:r>
            <a:r>
              <a:rPr lang="en-US" sz="1400" b="1" dirty="0" err="1"/>
              <a:t>tekan</a:t>
            </a:r>
            <a:r>
              <a:rPr lang="en-US" sz="1400" b="1" dirty="0"/>
              <a:t> </a:t>
            </a:r>
            <a:r>
              <a:rPr lang="en-US" sz="1400" b="1" dirty="0" err="1"/>
              <a:t>butang</a:t>
            </a:r>
            <a:r>
              <a:rPr lang="en-US" sz="1400" b="1" dirty="0"/>
              <a:t> </a:t>
            </a:r>
            <a:r>
              <a:rPr lang="en-US" sz="1400" b="1" dirty="0" err="1"/>
              <a:t>Simpan</a:t>
            </a:r>
            <a:r>
              <a:rPr lang="en-US" sz="1400" b="1" dirty="0"/>
              <a:t> </a:t>
            </a:r>
            <a:r>
              <a:rPr lang="en-US" sz="1400" b="1" dirty="0" err="1"/>
              <a:t>Semua</a:t>
            </a:r>
            <a:endParaRPr lang="en-US" sz="1400" b="1" dirty="0"/>
          </a:p>
          <a:p>
            <a:r>
              <a:rPr lang="en-US" sz="1400" b="1" dirty="0" err="1"/>
              <a:t>Perubahan</a:t>
            </a:r>
            <a:r>
              <a:rPr lang="en-US" sz="1400" b="1" dirty="0"/>
              <a:t>.</a:t>
            </a:r>
            <a:endParaRPr lang="en-MY" sz="1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E2C3D6-ADF8-DF19-177B-EFAE3E775A38}"/>
              </a:ext>
            </a:extLst>
          </p:cNvPr>
          <p:cNvSpPr txBox="1"/>
          <p:nvPr/>
        </p:nvSpPr>
        <p:spPr>
          <a:xfrm>
            <a:off x="4818994" y="1002700"/>
            <a:ext cx="5580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/>
              <a:t>Setelah</a:t>
            </a:r>
            <a:r>
              <a:rPr lang="en-US" sz="1400" b="1" dirty="0"/>
              <a:t> </a:t>
            </a:r>
            <a:r>
              <a:rPr lang="en-US" sz="1400" b="1" dirty="0" err="1"/>
              <a:t>semua</a:t>
            </a:r>
            <a:r>
              <a:rPr lang="en-US" sz="1400" b="1" dirty="0"/>
              <a:t> data </a:t>
            </a:r>
            <a:r>
              <a:rPr lang="en-US" sz="1400" b="1" dirty="0" err="1"/>
              <a:t>jadual</a:t>
            </a:r>
            <a:r>
              <a:rPr lang="en-US" sz="1400" b="1" dirty="0"/>
              <a:t> </a:t>
            </a:r>
            <a:r>
              <a:rPr lang="en-US" sz="1400" b="1" dirty="0" err="1"/>
              <a:t>waktu</a:t>
            </a:r>
            <a:r>
              <a:rPr lang="en-US" sz="1400" b="1" dirty="0"/>
              <a:t> </a:t>
            </a:r>
            <a:r>
              <a:rPr lang="en-US" sz="1400" b="1" dirty="0" err="1"/>
              <a:t>telah</a:t>
            </a:r>
            <a:r>
              <a:rPr lang="en-US" sz="1400" b="1" dirty="0"/>
              <a:t> </a:t>
            </a:r>
            <a:r>
              <a:rPr lang="en-US" sz="1400" b="1" dirty="0" err="1"/>
              <a:t>dimasukkan</a:t>
            </a:r>
            <a:r>
              <a:rPr lang="en-US" sz="1400" b="1" dirty="0"/>
              <a:t>, </a:t>
            </a:r>
            <a:r>
              <a:rPr lang="en-US" sz="1400" b="1" dirty="0" err="1"/>
              <a:t>tekan</a:t>
            </a:r>
            <a:r>
              <a:rPr lang="en-US" sz="1400" b="1" dirty="0"/>
              <a:t> </a:t>
            </a:r>
            <a:r>
              <a:rPr lang="en-US" sz="1400" b="1" dirty="0" err="1"/>
              <a:t>butang</a:t>
            </a:r>
            <a:r>
              <a:rPr lang="en-US" sz="1400" b="1" dirty="0"/>
              <a:t> </a:t>
            </a:r>
          </a:p>
          <a:p>
            <a:r>
              <a:rPr lang="en-US" sz="1400" b="1" dirty="0"/>
              <a:t>KEMBALI KE DASHBOARD </a:t>
            </a:r>
            <a:r>
              <a:rPr lang="en-US" sz="1400" b="1" dirty="0" err="1"/>
              <a:t>untuk</a:t>
            </a:r>
            <a:r>
              <a:rPr lang="en-US" sz="1400" b="1" dirty="0"/>
              <a:t> </a:t>
            </a:r>
            <a:r>
              <a:rPr lang="en-US" sz="1400" b="1" dirty="0" err="1"/>
              <a:t>mula</a:t>
            </a:r>
            <a:r>
              <a:rPr lang="en-US" sz="1400" b="1" dirty="0"/>
              <a:t> </a:t>
            </a:r>
            <a:r>
              <a:rPr lang="en-US" sz="1400" b="1" dirty="0" err="1"/>
              <a:t>menjana</a:t>
            </a:r>
            <a:r>
              <a:rPr lang="en-US" sz="1400" b="1" dirty="0"/>
              <a:t> RPH.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CC58636-912D-A726-2F8E-8280D96B40B2}"/>
              </a:ext>
            </a:extLst>
          </p:cNvPr>
          <p:cNvCxnSpPr>
            <a:cxnSpLocks/>
          </p:cNvCxnSpPr>
          <p:nvPr/>
        </p:nvCxnSpPr>
        <p:spPr>
          <a:xfrm flipH="1">
            <a:off x="3704897" y="1264310"/>
            <a:ext cx="111409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5D1E22A-2574-D1A2-A6F4-7830CB8C2920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3704897" y="5958328"/>
            <a:ext cx="1497724" cy="2616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EA81AA-6C37-E3FF-29C2-16489A9CD9C3}"/>
              </a:ext>
            </a:extLst>
          </p:cNvPr>
          <p:cNvSpPr txBox="1"/>
          <p:nvPr/>
        </p:nvSpPr>
        <p:spPr>
          <a:xfrm>
            <a:off x="2200799" y="232641"/>
            <a:ext cx="7790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TATACARA PENGISIAN SISTEM </a:t>
            </a:r>
            <a:r>
              <a:rPr lang="en-US" b="1" dirty="0" err="1"/>
              <a:t>eRPH</a:t>
            </a:r>
            <a:r>
              <a:rPr lang="en-US" b="1" dirty="0"/>
              <a:t> </a:t>
            </a:r>
            <a:r>
              <a:rPr lang="en-US" b="1" dirty="0" err="1"/>
              <a:t>Versi</a:t>
            </a:r>
            <a:r>
              <a:rPr lang="en-US" b="1" dirty="0"/>
              <a:t> 3.0 ( </a:t>
            </a:r>
            <a:r>
              <a:rPr lang="en-US" b="1" dirty="0" err="1"/>
              <a:t>Pengurusan</a:t>
            </a:r>
            <a:r>
              <a:rPr lang="en-US" b="1" dirty="0"/>
              <a:t> </a:t>
            </a:r>
            <a:r>
              <a:rPr lang="en-US" b="1" dirty="0" err="1"/>
              <a:t>Jadual</a:t>
            </a:r>
            <a:r>
              <a:rPr lang="en-US" b="1" dirty="0"/>
              <a:t> Waktu )</a:t>
            </a:r>
            <a:endParaRPr lang="en-MY" b="1" dirty="0"/>
          </a:p>
        </p:txBody>
      </p:sp>
    </p:spTree>
    <p:extLst>
      <p:ext uri="{BB962C8B-B14F-4D97-AF65-F5344CB8AC3E}">
        <p14:creationId xmlns:p14="http://schemas.microsoft.com/office/powerpoint/2010/main" val="2958845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B3FA7-2675-24D6-3670-2A244B570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363DCF-A4AA-7BAA-58B2-C854A4F1F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3089"/>
            <a:ext cx="12192000" cy="13775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442DB7-B797-08F5-D366-5410F2593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81195"/>
            <a:ext cx="12192000" cy="26820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F763D1-846F-FDE7-E7D3-FBD0BE993D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293870"/>
            <a:ext cx="12192000" cy="25641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AA163E9-9E6B-FF55-404C-3D89553BA4D7}"/>
              </a:ext>
            </a:extLst>
          </p:cNvPr>
          <p:cNvSpPr txBox="1"/>
          <p:nvPr/>
        </p:nvSpPr>
        <p:spPr>
          <a:xfrm>
            <a:off x="2913918" y="0"/>
            <a:ext cx="6706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TATACARA PENGISIAN SISTEM </a:t>
            </a:r>
            <a:r>
              <a:rPr lang="en-US" b="1" dirty="0" err="1"/>
              <a:t>eRPH</a:t>
            </a:r>
            <a:r>
              <a:rPr lang="en-US" b="1" dirty="0"/>
              <a:t> </a:t>
            </a:r>
            <a:r>
              <a:rPr lang="en-US" b="1" dirty="0" err="1"/>
              <a:t>Versi</a:t>
            </a:r>
            <a:r>
              <a:rPr lang="en-US" b="1" dirty="0"/>
              <a:t> 3.0 ( </a:t>
            </a:r>
            <a:r>
              <a:rPr lang="en-US" b="1" dirty="0" err="1"/>
              <a:t>Penjanaan</a:t>
            </a:r>
            <a:r>
              <a:rPr lang="en-US" b="1" dirty="0"/>
              <a:t> RPH)</a:t>
            </a:r>
            <a:endParaRPr lang="en-MY" b="1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1A083DD-FA63-C28F-216A-35007405468B}"/>
              </a:ext>
            </a:extLst>
          </p:cNvPr>
          <p:cNvCxnSpPr>
            <a:cxnSpLocks/>
          </p:cNvCxnSpPr>
          <p:nvPr/>
        </p:nvCxnSpPr>
        <p:spPr>
          <a:xfrm flipH="1">
            <a:off x="1245476" y="693683"/>
            <a:ext cx="2396358" cy="3783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E947A2C-FA3C-E917-D9F7-BB6817F2F1A7}"/>
              </a:ext>
            </a:extLst>
          </p:cNvPr>
          <p:cNvSpPr txBox="1"/>
          <p:nvPr/>
        </p:nvSpPr>
        <p:spPr>
          <a:xfrm>
            <a:off x="3641834" y="503922"/>
            <a:ext cx="75207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Bila </a:t>
            </a:r>
            <a:r>
              <a:rPr lang="en-US" sz="1400" b="1" dirty="0" err="1"/>
              <a:t>butang</a:t>
            </a:r>
            <a:r>
              <a:rPr lang="en-US" sz="1400" b="1" dirty="0"/>
              <a:t> JANA RPH BARU </a:t>
            </a:r>
            <a:r>
              <a:rPr lang="en-US" sz="1400" b="1" dirty="0" err="1"/>
              <a:t>ditekan</a:t>
            </a:r>
            <a:r>
              <a:rPr lang="en-US" sz="1400" b="1" dirty="0"/>
              <a:t>, </a:t>
            </a:r>
            <a:r>
              <a:rPr lang="en-US" sz="1400" b="1" dirty="0" err="1"/>
              <a:t>sistem</a:t>
            </a:r>
            <a:r>
              <a:rPr lang="en-US" sz="1400" b="1" dirty="0"/>
              <a:t> </a:t>
            </a:r>
            <a:r>
              <a:rPr lang="en-US" sz="1400" b="1" dirty="0" err="1"/>
              <a:t>akan</a:t>
            </a:r>
            <a:r>
              <a:rPr lang="en-US" sz="1400" b="1" dirty="0"/>
              <a:t> </a:t>
            </a:r>
            <a:r>
              <a:rPr lang="en-US" sz="1400" b="1" dirty="0" err="1"/>
              <a:t>memaparkan</a:t>
            </a:r>
            <a:r>
              <a:rPr lang="en-US" sz="1400" b="1" dirty="0"/>
              <a:t> </a:t>
            </a:r>
            <a:r>
              <a:rPr lang="en-US" sz="1400" b="1" dirty="0" err="1"/>
              <a:t>semua</a:t>
            </a:r>
            <a:r>
              <a:rPr lang="en-US" sz="1400" b="1" dirty="0"/>
              <a:t> RPH yang </a:t>
            </a:r>
            <a:r>
              <a:rPr lang="en-US" sz="1400" b="1" dirty="0" err="1"/>
              <a:t>ada</a:t>
            </a:r>
            <a:r>
              <a:rPr lang="en-US" sz="1400" b="1" dirty="0"/>
              <a:t> pada </a:t>
            </a:r>
          </a:p>
          <a:p>
            <a:r>
              <a:rPr lang="en-US" sz="1400" b="1" dirty="0" err="1"/>
              <a:t>tarikh</a:t>
            </a:r>
            <a:r>
              <a:rPr lang="en-US" sz="1400" b="1" dirty="0"/>
              <a:t> </a:t>
            </a:r>
            <a:r>
              <a:rPr lang="en-US" sz="1400" b="1" dirty="0" err="1"/>
              <a:t>semasa</a:t>
            </a:r>
            <a:r>
              <a:rPr lang="en-US" sz="1400" b="1" dirty="0"/>
              <a:t>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100899-81B9-5F8B-7E29-2F536EBCE8F8}"/>
              </a:ext>
            </a:extLst>
          </p:cNvPr>
          <p:cNvSpPr txBox="1"/>
          <p:nvPr/>
        </p:nvSpPr>
        <p:spPr>
          <a:xfrm>
            <a:off x="4671287" y="1836535"/>
            <a:ext cx="4439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Tekan </a:t>
            </a:r>
            <a:r>
              <a:rPr lang="en-US" sz="1400" b="1" dirty="0" err="1"/>
              <a:t>butang</a:t>
            </a:r>
            <a:r>
              <a:rPr lang="en-US" sz="1400" b="1" dirty="0"/>
              <a:t> JANA SEMUA RPH </a:t>
            </a:r>
            <a:r>
              <a:rPr lang="en-US" sz="1400" b="1" dirty="0" err="1"/>
              <a:t>untuk</a:t>
            </a:r>
            <a:r>
              <a:rPr lang="en-US" sz="1400" b="1" dirty="0"/>
              <a:t> </a:t>
            </a:r>
            <a:r>
              <a:rPr lang="en-US" sz="1400" b="1" dirty="0" err="1"/>
              <a:t>menjana</a:t>
            </a:r>
            <a:r>
              <a:rPr lang="en-US" sz="1400" b="1" dirty="0"/>
              <a:t> RPH.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4863AB-D529-FBD2-EA69-A8690799423D}"/>
              </a:ext>
            </a:extLst>
          </p:cNvPr>
          <p:cNvSpPr txBox="1"/>
          <p:nvPr/>
        </p:nvSpPr>
        <p:spPr>
          <a:xfrm>
            <a:off x="5517369" y="5268158"/>
            <a:ext cx="4777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Tekan </a:t>
            </a:r>
            <a:r>
              <a:rPr lang="en-US" sz="1400" b="1" dirty="0" err="1"/>
              <a:t>butang</a:t>
            </a:r>
            <a:r>
              <a:rPr lang="en-US" sz="1400" b="1" dirty="0"/>
              <a:t> LIHAT RPH </a:t>
            </a:r>
            <a:r>
              <a:rPr lang="en-US" sz="1400" b="1" dirty="0" err="1"/>
              <a:t>untuk</a:t>
            </a:r>
            <a:r>
              <a:rPr lang="en-US" sz="1400" b="1" dirty="0"/>
              <a:t> </a:t>
            </a:r>
            <a:r>
              <a:rPr lang="en-US" sz="1400" b="1" dirty="0" err="1"/>
              <a:t>melihat</a:t>
            </a:r>
            <a:r>
              <a:rPr lang="en-US" sz="1400" b="1" dirty="0"/>
              <a:t>  RPH yang Dijana.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9A06B6F-8069-06A7-2B90-1451E7482A17}"/>
              </a:ext>
            </a:extLst>
          </p:cNvPr>
          <p:cNvCxnSpPr>
            <a:cxnSpLocks/>
          </p:cNvCxnSpPr>
          <p:nvPr/>
        </p:nvCxnSpPr>
        <p:spPr>
          <a:xfrm flipH="1">
            <a:off x="3499945" y="2013863"/>
            <a:ext cx="1171342" cy="6136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823BEA6-5F1F-94D9-EC1C-3F6725982D80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3074276" y="5422047"/>
            <a:ext cx="2443093" cy="9320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1215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7A76B-365F-BB80-5B03-B2048839A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848BA1-1944-305F-AE8B-63A4C64A6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3044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DC3C31-A742-D8E6-9C6D-4BCC8EE86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82303"/>
            <a:ext cx="12192000" cy="4275697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F38F993-8C5A-5ECA-7F37-C165A1E8926B}"/>
              </a:ext>
            </a:extLst>
          </p:cNvPr>
          <p:cNvCxnSpPr>
            <a:cxnSpLocks/>
          </p:cNvCxnSpPr>
          <p:nvPr/>
        </p:nvCxnSpPr>
        <p:spPr>
          <a:xfrm flipH="1">
            <a:off x="3594538" y="1277007"/>
            <a:ext cx="4114800" cy="4943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6F11F6B-2735-93E9-4ED3-B66F2AD58D0A}"/>
              </a:ext>
            </a:extLst>
          </p:cNvPr>
          <p:cNvSpPr txBox="1"/>
          <p:nvPr/>
        </p:nvSpPr>
        <p:spPr>
          <a:xfrm>
            <a:off x="7709338" y="1063823"/>
            <a:ext cx="4475905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Ini </a:t>
            </a:r>
            <a:r>
              <a:rPr lang="en-US" sz="1400" b="1" dirty="0" err="1"/>
              <a:t>adalah</a:t>
            </a:r>
            <a:r>
              <a:rPr lang="en-US" sz="1400" b="1" dirty="0"/>
              <a:t> </a:t>
            </a:r>
            <a:r>
              <a:rPr lang="en-US" sz="1400" b="1" dirty="0" err="1"/>
              <a:t>paparan</a:t>
            </a:r>
            <a:r>
              <a:rPr lang="en-US" sz="1400" b="1" dirty="0"/>
              <a:t> </a:t>
            </a:r>
            <a:r>
              <a:rPr lang="en-US" sz="1400" b="1" dirty="0" err="1"/>
              <a:t>bila</a:t>
            </a:r>
            <a:r>
              <a:rPr lang="en-US" sz="1400" b="1" dirty="0"/>
              <a:t> </a:t>
            </a:r>
            <a:r>
              <a:rPr lang="en-US" sz="1400" b="1" dirty="0" err="1"/>
              <a:t>butang</a:t>
            </a:r>
            <a:r>
              <a:rPr lang="en-US" sz="1400" b="1" dirty="0"/>
              <a:t> LIHAT RPH </a:t>
            </a:r>
            <a:r>
              <a:rPr lang="en-US" sz="1400" b="1" dirty="0" err="1"/>
              <a:t>ditekan</a:t>
            </a:r>
            <a:r>
              <a:rPr lang="en-US" sz="1400" b="1" dirty="0"/>
              <a:t>.</a:t>
            </a:r>
          </a:p>
          <a:p>
            <a:r>
              <a:rPr lang="en-US" sz="1400" b="1" dirty="0"/>
              <a:t>Status RPH </a:t>
            </a:r>
            <a:r>
              <a:rPr lang="en-US" sz="1400" b="1" dirty="0" err="1"/>
              <a:t>adalah</a:t>
            </a:r>
            <a:r>
              <a:rPr lang="en-US" sz="1400" b="1" dirty="0"/>
              <a:t> DRAFT, </a:t>
            </a:r>
            <a:r>
              <a:rPr lang="en-US" sz="1400" b="1" dirty="0" err="1"/>
              <a:t>bermaksud</a:t>
            </a:r>
            <a:r>
              <a:rPr lang="en-US" sz="1400" b="1" dirty="0"/>
              <a:t> RPH </a:t>
            </a:r>
            <a:r>
              <a:rPr lang="en-US" sz="1400" b="1" dirty="0" err="1"/>
              <a:t>ini</a:t>
            </a:r>
            <a:r>
              <a:rPr lang="en-US" sz="1400" b="1" dirty="0"/>
              <a:t> </a:t>
            </a:r>
            <a:r>
              <a:rPr lang="en-US" sz="1400" b="1" dirty="0" err="1"/>
              <a:t>belum</a:t>
            </a:r>
            <a:endParaRPr lang="en-US" sz="1400" b="1" dirty="0"/>
          </a:p>
          <a:p>
            <a:r>
              <a:rPr lang="en-US" sz="1400" b="1" dirty="0" err="1"/>
              <a:t>Dihantar</a:t>
            </a:r>
            <a:r>
              <a:rPr lang="en-US" sz="1400" b="1" dirty="0"/>
              <a:t> </a:t>
            </a:r>
            <a:r>
              <a:rPr lang="en-US" sz="1400" b="1" dirty="0" err="1"/>
              <a:t>ke</a:t>
            </a:r>
            <a:r>
              <a:rPr lang="en-US" sz="1400" b="1" dirty="0"/>
              <a:t> </a:t>
            </a:r>
            <a:r>
              <a:rPr lang="en-US" sz="1400" b="1" dirty="0" err="1"/>
              <a:t>Pentadbir</a:t>
            </a:r>
            <a:r>
              <a:rPr lang="en-US" sz="1400" b="1" dirty="0"/>
              <a:t> </a:t>
            </a:r>
            <a:r>
              <a:rPr lang="en-US" sz="1400" b="1" dirty="0" err="1"/>
              <a:t>untuk</a:t>
            </a:r>
            <a:r>
              <a:rPr lang="en-US" sz="1400" b="1" dirty="0"/>
              <a:t> </a:t>
            </a:r>
            <a:r>
              <a:rPr lang="en-US" sz="1400" b="1" dirty="0" err="1"/>
              <a:t>semakan</a:t>
            </a:r>
            <a:r>
              <a:rPr lang="en-US" sz="1400" b="1" dirty="0"/>
              <a:t>.</a:t>
            </a:r>
            <a:br>
              <a:rPr lang="en-US" sz="1400" b="1" dirty="0"/>
            </a:br>
            <a:endParaRPr lang="en-US" sz="1400" b="1" dirty="0"/>
          </a:p>
          <a:p>
            <a:r>
              <a:rPr lang="en-US" sz="1400" b="1" dirty="0"/>
              <a:t>Tekan </a:t>
            </a:r>
            <a:r>
              <a:rPr lang="en-US" sz="1400" b="1" dirty="0" err="1"/>
              <a:t>butang</a:t>
            </a:r>
            <a:r>
              <a:rPr lang="en-US" sz="1400" b="1" dirty="0"/>
              <a:t> EDIT </a:t>
            </a:r>
            <a:r>
              <a:rPr lang="en-US" sz="1400" b="1" dirty="0" err="1"/>
              <a:t>untuk</a:t>
            </a:r>
            <a:r>
              <a:rPr lang="en-US" sz="1400" b="1" dirty="0"/>
              <a:t> </a:t>
            </a:r>
            <a:r>
              <a:rPr lang="en-US" sz="1400" b="1" dirty="0" err="1"/>
              <a:t>memasukkan</a:t>
            </a:r>
            <a:r>
              <a:rPr lang="en-US" sz="1400" b="1" dirty="0"/>
              <a:t> REFLEKSI</a:t>
            </a:r>
          </a:p>
          <a:p>
            <a:endParaRPr lang="en-US" sz="1400" b="1" dirty="0"/>
          </a:p>
          <a:p>
            <a:r>
              <a:rPr lang="en-US" sz="1400" b="1" dirty="0" err="1"/>
              <a:t>Kemudian</a:t>
            </a:r>
            <a:r>
              <a:rPr lang="en-US" sz="1400" b="1" dirty="0"/>
              <a:t> </a:t>
            </a:r>
            <a:r>
              <a:rPr lang="en-US" sz="1400" b="1" dirty="0" err="1"/>
              <a:t>tekan</a:t>
            </a:r>
            <a:r>
              <a:rPr lang="en-US" sz="1400" b="1" dirty="0"/>
              <a:t> </a:t>
            </a:r>
            <a:r>
              <a:rPr lang="en-US" sz="1400" b="1" dirty="0" err="1"/>
              <a:t>butang</a:t>
            </a:r>
            <a:r>
              <a:rPr lang="en-US" sz="1400" b="1" dirty="0"/>
              <a:t> HANTAR RPH.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011E5E8-F38E-8B1A-9BE2-5E83CADF9498}"/>
              </a:ext>
            </a:extLst>
          </p:cNvPr>
          <p:cNvCxnSpPr>
            <a:cxnSpLocks/>
          </p:cNvCxnSpPr>
          <p:nvPr/>
        </p:nvCxnSpPr>
        <p:spPr>
          <a:xfrm flipH="1" flipV="1">
            <a:off x="5675586" y="1771342"/>
            <a:ext cx="2033752" cy="1844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F870293-E57C-6D67-940E-8477A6C84039}"/>
              </a:ext>
            </a:extLst>
          </p:cNvPr>
          <p:cNvCxnSpPr>
            <a:cxnSpLocks/>
          </p:cNvCxnSpPr>
          <p:nvPr/>
        </p:nvCxnSpPr>
        <p:spPr>
          <a:xfrm flipH="1">
            <a:off x="3957145" y="2478733"/>
            <a:ext cx="3752193" cy="39063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4258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7B533-48BC-4E89-1FC2-2C98B7ED6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3BC4A4-DAA2-C39A-F19B-3C7401D84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815"/>
            <a:ext cx="12192000" cy="2406198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B627631-3BF0-CA86-E3AC-E070C172C5DB}"/>
              </a:ext>
            </a:extLst>
          </p:cNvPr>
          <p:cNvCxnSpPr>
            <a:cxnSpLocks/>
          </p:cNvCxnSpPr>
          <p:nvPr/>
        </p:nvCxnSpPr>
        <p:spPr>
          <a:xfrm flipV="1">
            <a:off x="4301171" y="1637352"/>
            <a:ext cx="898634" cy="12454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23646A0-124A-E547-A2A6-A1B047E10CD1}"/>
              </a:ext>
            </a:extLst>
          </p:cNvPr>
          <p:cNvSpPr txBox="1"/>
          <p:nvPr/>
        </p:nvSpPr>
        <p:spPr>
          <a:xfrm>
            <a:off x="1372163" y="2997329"/>
            <a:ext cx="10348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Bila guru </a:t>
            </a:r>
            <a:r>
              <a:rPr lang="en-US" sz="1400" b="1" dirty="0" err="1"/>
              <a:t>sudah</a:t>
            </a:r>
            <a:r>
              <a:rPr lang="en-US" sz="1400" b="1" dirty="0"/>
              <a:t> </a:t>
            </a:r>
            <a:r>
              <a:rPr lang="en-US" sz="1400" b="1" dirty="0" err="1"/>
              <a:t>memasukkan</a:t>
            </a:r>
            <a:r>
              <a:rPr lang="en-US" sz="1400" b="1" dirty="0"/>
              <a:t> REFLEKSI dan </a:t>
            </a:r>
            <a:r>
              <a:rPr lang="en-US" sz="1400" b="1" dirty="0" err="1"/>
              <a:t>tekan</a:t>
            </a:r>
            <a:r>
              <a:rPr lang="en-US" sz="1400" b="1" dirty="0"/>
              <a:t> </a:t>
            </a:r>
            <a:r>
              <a:rPr lang="en-US" sz="1400" b="1" dirty="0" err="1"/>
              <a:t>butang</a:t>
            </a:r>
            <a:r>
              <a:rPr lang="en-US" sz="1400" b="1" dirty="0"/>
              <a:t> HANTAR RPH, status RPH </a:t>
            </a:r>
            <a:r>
              <a:rPr lang="en-US" sz="1400" b="1" dirty="0" err="1"/>
              <a:t>akan</a:t>
            </a:r>
            <a:r>
              <a:rPr lang="en-US" sz="1400" b="1" dirty="0"/>
              <a:t> </a:t>
            </a:r>
            <a:r>
              <a:rPr lang="en-US" sz="1400" b="1" dirty="0" err="1"/>
              <a:t>berubah</a:t>
            </a:r>
            <a:r>
              <a:rPr lang="en-US" sz="1400" b="1" dirty="0"/>
              <a:t> </a:t>
            </a:r>
            <a:r>
              <a:rPr lang="en-US" sz="1400" b="1" dirty="0" err="1"/>
              <a:t>dari</a:t>
            </a:r>
            <a:r>
              <a:rPr lang="en-US" sz="1400" b="1" dirty="0"/>
              <a:t> DRAFT </a:t>
            </a:r>
            <a:r>
              <a:rPr lang="en-US" sz="1400" b="1" dirty="0" err="1"/>
              <a:t>ke</a:t>
            </a:r>
            <a:r>
              <a:rPr lang="en-US" sz="1400" b="1" dirty="0"/>
              <a:t> SUBMITTED, </a:t>
            </a:r>
          </a:p>
          <a:p>
            <a:r>
              <a:rPr lang="en-US" sz="1400" b="1" dirty="0" err="1"/>
              <a:t>Bermakna</a:t>
            </a:r>
            <a:r>
              <a:rPr lang="en-US" sz="1400" b="1" dirty="0"/>
              <a:t> RPH </a:t>
            </a:r>
            <a:r>
              <a:rPr lang="en-US" sz="1400" b="1" dirty="0" err="1"/>
              <a:t>sudah</a:t>
            </a:r>
            <a:r>
              <a:rPr lang="en-US" sz="1400" b="1" dirty="0"/>
              <a:t> </a:t>
            </a:r>
            <a:r>
              <a:rPr lang="en-US" sz="1400" b="1" dirty="0" err="1"/>
              <a:t>ada</a:t>
            </a:r>
            <a:r>
              <a:rPr lang="en-US" sz="1400" b="1" dirty="0"/>
              <a:t> pada </a:t>
            </a:r>
            <a:r>
              <a:rPr lang="en-US" sz="1400" b="1" dirty="0" err="1"/>
              <a:t>paparan</a:t>
            </a:r>
            <a:r>
              <a:rPr lang="en-US" sz="1400" b="1" dirty="0"/>
              <a:t> </a:t>
            </a:r>
            <a:r>
              <a:rPr lang="en-US" sz="1400" b="1" dirty="0" err="1"/>
              <a:t>Pentadbir</a:t>
            </a:r>
            <a:r>
              <a:rPr lang="en-US" sz="1400" b="1" dirty="0"/>
              <a:t> </a:t>
            </a:r>
            <a:r>
              <a:rPr lang="en-US" sz="1400" b="1" dirty="0" err="1"/>
              <a:t>untuk</a:t>
            </a:r>
            <a:r>
              <a:rPr lang="en-US" sz="1400" b="1" dirty="0"/>
              <a:t> </a:t>
            </a:r>
            <a:r>
              <a:rPr lang="en-US" sz="1400" b="1" dirty="0" err="1"/>
              <a:t>semakan</a:t>
            </a:r>
            <a:r>
              <a:rPr lang="en-US" sz="1400" b="1" dirty="0"/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653149-4D4D-5E7F-E7D1-E890EE6E0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63864"/>
            <a:ext cx="12192000" cy="2894135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9322771-E328-97EB-A5AD-A8EBE5FB6626}"/>
              </a:ext>
            </a:extLst>
          </p:cNvPr>
          <p:cNvCxnSpPr>
            <a:cxnSpLocks/>
          </p:cNvCxnSpPr>
          <p:nvPr/>
        </p:nvCxnSpPr>
        <p:spPr>
          <a:xfrm>
            <a:off x="5344510" y="3635050"/>
            <a:ext cx="4193628" cy="270268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2632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529</Words>
  <Application>Microsoft Office PowerPoint</Application>
  <PresentationFormat>Widescreen</PresentationFormat>
  <Paragraphs>126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 SIMBA</dc:creator>
  <cp:lastModifiedBy>PC SIMBA</cp:lastModifiedBy>
  <cp:revision>1</cp:revision>
  <dcterms:created xsi:type="dcterms:W3CDTF">2025-12-18T11:05:57Z</dcterms:created>
  <dcterms:modified xsi:type="dcterms:W3CDTF">2025-12-18T13:14:13Z</dcterms:modified>
</cp:coreProperties>
</file>